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c6c108f-2c84-4b5a-f20d-a12e97aaf493}">
          <p14:sldIdLst>
            <p14:sldId id="256"/>
          </p14:sldIdLst>
        </p14:section>
        <p14:section name="Problem" id="{93ffa50d-f20d-afcf-ba7b-71a5370d4cf4}">
          <p14:sldIdLst>
            <p14:sldId id="257"/>
          </p14:sldIdLst>
        </p14:section>
        <p14:section name="Solution" id="{41ec97ba-480f-1ab6-2812-a603bdd335d1}">
          <p14:sldIdLst>
            <p14:sldId id="258"/>
          </p14:sldIdLst>
        </p14:section>
        <p14:section name="Impact" id="{48e1f777-022a-920c-81ad-4289327c617e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HDD is a reverse proxy WAF written in Rust that sits in front of a website and blocks SQL injection, attack tools and floods.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from press coverage of the October 2026 events, as supplied by the team; verify before presenting externally. Bars show orders of magnitude, not exact counts. Message: exploitation outpaces patching, so small teams need protection in front of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HDD is a reverse proxy: every request passes through it first. Clean requests go on to the origin; attack-shaped ones get a block page with a reference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honest scope: today's detector targets SQL injection and known attack tools; other classes are next. Always patch the underlying vulnerability.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 name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HACK DEV</a:t>
            </a:r>
            <a:endParaRPr lang="en-US" sz="1400" dirty="0"/>
          </a:p>
        </p:txBody>
      </p:sp>
      <p:sp>
        <p:nvSpPr>
          <p:cNvPr id="3" name="Project name"/>
          <p:cNvSpPr txBox="1"/>
          <p:nvPr/>
        </p:nvSpPr>
        <p:spPr>
          <a:xfrm>
            <a:off x="548640" y="11887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 Dev Defence</a:t>
            </a:r>
            <a:endParaRPr lang="en-US" sz="5200" dirty="0"/>
          </a:p>
        </p:txBody>
      </p:sp>
      <p:sp>
        <p:nvSpPr>
          <p:cNvPr id="4" name="HDD tag"/>
          <p:cNvSpPr txBox="1"/>
          <p:nvPr/>
        </p:nvSpPr>
        <p:spPr>
          <a:xfrm>
            <a:off x="548640" y="2148840"/>
            <a:ext cx="2011680" cy="5486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HDD</a:t>
            </a:r>
            <a:endParaRPr lang="en-US" sz="2800" dirty="0"/>
          </a:p>
        </p:txBody>
      </p:sp>
      <p:sp>
        <p:nvSpPr>
          <p:cNvPr id="5" name="Pitch"/>
          <p:cNvSpPr txBox="1"/>
          <p:nvPr/>
        </p:nvSpPr>
        <p:spPr>
          <a:xfrm>
            <a:off x="548640" y="29260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reverse-proxy web application firewall that stops attack-shaped requests before they reach your application, and tells you honestly whether your site is protected.</a:t>
            </a:r>
            <a:endParaRPr lang="en-US" sz="1800" dirty="0"/>
          </a:p>
        </p:txBody>
      </p:sp>
      <p:sp>
        <p:nvSpPr>
          <p:cNvPr id="6" name="Visitor box"/>
          <p:cNvSpPr/>
          <p:nvPr/>
        </p:nvSpPr>
        <p:spPr>
          <a:xfrm>
            <a:off x="6858000" y="82296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822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Visitor or attacker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26680" y="1463040"/>
            <a:ext cx="0" cy="50292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HDD box"/>
          <p:cNvSpPr/>
          <p:nvPr/>
        </p:nvSpPr>
        <p:spPr>
          <a:xfrm>
            <a:off x="6858000" y="196596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965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HDD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inspect and decide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26680" y="2788920"/>
            <a:ext cx="0" cy="50292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Site box"/>
          <p:cNvSpPr/>
          <p:nvPr/>
        </p:nvSpPr>
        <p:spPr>
          <a:xfrm>
            <a:off x="6858000" y="329184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Your website</a:t>
            </a:r>
            <a:endParaRPr lang="en-US" sz="1200" dirty="0"/>
          </a:p>
        </p:txBody>
      </p:sp>
      <p:sp>
        <p:nvSpPr>
          <p:cNvPr id="14" name="Footer"/>
          <p:cNvSpPr txBox="1"/>
          <p:nvPr/>
        </p:nvSpPr>
        <p:spPr>
          <a:xfrm>
            <a:off x="54864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Team Hack Dev  ·  Hack Dev Defence</a:t>
            </a:r>
            <a:endParaRPr lang="en-US" sz="1000" dirty="0"/>
          </a:p>
        </p:txBody>
      </p:sp>
      <p:sp>
        <p:nvSpPr>
          <p:cNvPr id="15" name="Page"/>
          <p:cNvSpPr txBox="1"/>
          <p:nvPr/>
        </p:nvSpPr>
        <p:spPr>
          <a:xfrm>
            <a:off x="76809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 /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attacks move at machine speed</a:t>
            </a:r>
            <a:endParaRPr lang="en-US" sz="3200" dirty="0"/>
          </a:p>
        </p:txBody>
      </p:sp>
      <p:sp>
        <p:nvSpPr>
          <p:cNvPr id="3" name="Lead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In the October 2026 incidents AI helped find weaknesses and exploit them, faster than organisations could patch.</a:t>
            </a:r>
            <a:endParaRPr lang="en-US" sz="1500" dirty="0"/>
          </a:p>
        </p:txBody>
      </p:sp>
      <p:sp>
        <p:nvSpPr>
          <p:cNvPr id="4" name="Escalation card"/>
          <p:cNvSpPr/>
          <p:nvPr/>
        </p:nvSpPr>
        <p:spPr>
          <a:xfrm>
            <a:off x="548640" y="1645920"/>
            <a:ext cx="4754880" cy="22402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3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Exploitation attempts after the flaws went public</a:t>
            </a:r>
            <a:endParaRPr lang="en-US" sz="1400" dirty="0"/>
          </a:p>
        </p:txBody>
      </p:sp>
      <p:sp>
        <p:nvSpPr>
          <p:cNvPr id="6" name="Bar 1"/>
          <p:cNvSpPr/>
          <p:nvPr/>
        </p:nvSpPr>
        <p:spPr>
          <a:xfrm>
            <a:off x="822960" y="3291840"/>
            <a:ext cx="868680" cy="3200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803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thousands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393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 the start</a:t>
            </a:r>
            <a:endParaRPr lang="en-US" sz="1000" dirty="0"/>
          </a:p>
        </p:txBody>
      </p:sp>
      <p:sp>
        <p:nvSpPr>
          <p:cNvPr id="9" name="Bar 2"/>
          <p:cNvSpPr/>
          <p:nvPr/>
        </p:nvSpPr>
        <p:spPr>
          <a:xfrm>
            <a:off x="1874520" y="2971800"/>
            <a:ext cx="86868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83080" y="25603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tens of thousands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6393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Within 45 min</a:t>
            </a:r>
            <a:endParaRPr lang="en-US" sz="1000" dirty="0"/>
          </a:p>
        </p:txBody>
      </p:sp>
      <p:sp>
        <p:nvSpPr>
          <p:cNvPr id="12" name="Bar 3"/>
          <p:cNvSpPr/>
          <p:nvPr/>
        </p:nvSpPr>
        <p:spPr>
          <a:xfrm>
            <a:off x="2926080" y="2651760"/>
            <a:ext cx="868680" cy="9601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22402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hundreds of thousands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6393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Within 2 hours</a:t>
            </a:r>
            <a:endParaRPr lang="en-US" sz="1000" dirty="0"/>
          </a:p>
        </p:txBody>
      </p:sp>
      <p:sp>
        <p:nvSpPr>
          <p:cNvPr id="15" name="Bar 4"/>
          <p:cNvSpPr/>
          <p:nvPr/>
        </p:nvSpPr>
        <p:spPr>
          <a:xfrm>
            <a:off x="3977640" y="2331720"/>
            <a:ext cx="868680" cy="12801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86200" y="19202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millions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36393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Soon after</a:t>
            </a:r>
            <a:endParaRPr lang="en-US" sz="1000" dirty="0"/>
          </a:p>
        </p:txBody>
      </p:sp>
      <p:sp>
        <p:nvSpPr>
          <p:cNvPr id="18" name="Chain number 1"/>
          <p:cNvSpPr/>
          <p:nvPr/>
        </p:nvSpPr>
        <p:spPr>
          <a:xfrm>
            <a:off x="5577840" y="17190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6459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finds weaknesses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analyses code at scale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29300" y="224028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2" name="Chain number 2"/>
          <p:cNvSpPr/>
          <p:nvPr/>
        </p:nvSpPr>
        <p:spPr>
          <a:xfrm>
            <a:off x="5577840" y="25237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784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4505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automates the exploit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no specialist needed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829300" y="3044952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6" name="Chain number 3"/>
          <p:cNvSpPr/>
          <p:nvPr/>
        </p:nvSpPr>
        <p:spPr>
          <a:xfrm>
            <a:off x="5577840" y="33284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2552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Unpatched sites are hit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minutes after disclosure</a:t>
            </a:r>
            <a:endParaRPr lang="en-US" sz="1500" dirty="0"/>
          </a:p>
        </p:txBody>
      </p:sp>
      <p:sp>
        <p:nvSpPr>
          <p:cNvPr id="29" name="Takeaway band"/>
          <p:cNvSpPr/>
          <p:nvPr/>
        </p:nvSpPr>
        <p:spPr>
          <a:xfrm>
            <a:off x="548640" y="4023360"/>
            <a:ext cx="8046720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023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 gap: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patched software stays exposed until every organisation updates (PHP2Shell: remote code execution).</a:t>
            </a:r>
            <a:endParaRPr lang="en-US" sz="1200" dirty="0"/>
          </a:p>
        </p:txBody>
      </p:sp>
      <p:sp>
        <p:nvSpPr>
          <p:cNvPr id="31" name="Footer"/>
          <p:cNvSpPr txBox="1"/>
          <p:nvPr/>
        </p:nvSpPr>
        <p:spPr>
          <a:xfrm>
            <a:off x="54864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Team Hack Dev  ·  Hack Dev Defence</a:t>
            </a:r>
            <a:endParaRPr lang="en-US" sz="1000" dirty="0"/>
          </a:p>
        </p:txBody>
      </p:sp>
      <p:sp>
        <p:nvSpPr>
          <p:cNvPr id="32" name="Page"/>
          <p:cNvSpPr txBox="1"/>
          <p:nvPr/>
        </p:nvSpPr>
        <p:spPr>
          <a:xfrm>
            <a:off x="76809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HDD guards the front door</a:t>
            </a:r>
            <a:endParaRPr lang="en-US" sz="3200" dirty="0"/>
          </a:p>
        </p:txBody>
      </p:sp>
      <p:sp>
        <p:nvSpPr>
          <p:cNvPr id="3" name="Request node"/>
          <p:cNvSpPr/>
          <p:nvPr/>
        </p:nvSpPr>
        <p:spPr>
          <a:xfrm>
            <a:off x="548640" y="137160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Request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browser, curl, scanner, bot</a:t>
            </a:r>
            <a:endParaRPr lang="en-US" sz="1600" dirty="0"/>
          </a:p>
        </p:txBody>
      </p:sp>
      <p:sp>
        <p:nvSpPr>
          <p:cNvPr id="5" name="HDD proxy node"/>
          <p:cNvSpPr/>
          <p:nvPr/>
        </p:nvSpPr>
        <p:spPr>
          <a:xfrm>
            <a:off x="2788920" y="137160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1371600"/>
            <a:ext cx="21945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HDD proxy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inspect every request first</a:t>
            </a:r>
            <a:endParaRPr lang="en-US" sz="1600" dirty="0"/>
          </a:p>
        </p:txBody>
      </p:sp>
      <p:sp>
        <p:nvSpPr>
          <p:cNvPr id="7" name="Your origin node"/>
          <p:cNvSpPr/>
          <p:nvPr/>
        </p:nvSpPr>
        <p:spPr>
          <a:xfrm>
            <a:off x="6035040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37160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origin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clean requests arrive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1828800"/>
            <a:ext cx="5029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83480" y="1828800"/>
            <a:ext cx="10515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98348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allowed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2286000"/>
            <a:ext cx="0" cy="4572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02336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attack-shaped: blocked, logged, banned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1546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Protects a vulnerable app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204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Stops SQL injection, attack tools and floods while the code is still being fixed.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1546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 every block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5204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Rule, field, redacted evidence and ban step are recorded for each decision.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1546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its state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52044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 site shows as protected only after a check proves the origin cannot be reached directly.</a:t>
            </a:r>
            <a:endParaRPr lang="en-US" sz="1300" dirty="0"/>
          </a:p>
        </p:txBody>
      </p:sp>
      <p:sp>
        <p:nvSpPr>
          <p:cNvPr id="20" name="Footer"/>
          <p:cNvSpPr txBox="1"/>
          <p:nvPr/>
        </p:nvSpPr>
        <p:spPr>
          <a:xfrm>
            <a:off x="54864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Team Hack Dev  ·  Hack Dev Defence</a:t>
            </a:r>
            <a:endParaRPr lang="en-US" sz="1000" dirty="0"/>
          </a:p>
        </p:txBody>
      </p:sp>
      <p:sp>
        <p:nvSpPr>
          <p:cNvPr id="21" name="Page"/>
          <p:cNvSpPr txBox="1"/>
          <p:nvPr/>
        </p:nvSpPr>
        <p:spPr>
          <a:xfrm>
            <a:off x="76809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limits and what comes next</a:t>
            </a:r>
            <a:endParaRPr lang="en-US" sz="3200" dirty="0"/>
          </a:p>
        </p:txBody>
      </p:sp>
      <p:sp>
        <p:nvSpPr>
          <p:cNvPr id="3" name="Today card"/>
          <p:cNvSpPr/>
          <p:nvPr/>
        </p:nvSpPr>
        <p:spPr>
          <a:xfrm>
            <a:off x="548640" y="1280160"/>
            <a:ext cx="3886200" cy="23774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34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Blocks SQL injection, attack-tool traffic and request floods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for serverless sites such as Vercel, with the main address unchanged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 panel with events, bans and a verify-protection check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4709160" y="1280160"/>
            <a:ext cx="3886200" cy="23774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41B34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attack classes: XSS, SSRF, path traversal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Faster response to new flaws while patches are rolled 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Advisory AI explanations of findings that never decide a block alone</a:t>
            </a:r>
            <a:endParaRPr lang="en-US" sz="1400" dirty="0"/>
          </a:p>
        </p:txBody>
      </p:sp>
      <p:sp>
        <p:nvSpPr>
          <p:cNvPr id="9" name="Honesty note"/>
          <p:cNvSpPr txBox="1"/>
          <p:nvPr/>
        </p:nvSpPr>
        <p:spPr>
          <a:xfrm>
            <a:off x="548640" y="3886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HDD reduces exposure; it does not replace patching. Detection is heuristic, so we start in monitor mode and review.</a:t>
            </a:r>
            <a:endParaRPr lang="en-US" sz="1400" dirty="0"/>
          </a:p>
        </p:txBody>
      </p:sp>
      <p:sp>
        <p:nvSpPr>
          <p:cNvPr id="10" name="Footer"/>
          <p:cNvSpPr txBox="1"/>
          <p:nvPr/>
        </p:nvSpPr>
        <p:spPr>
          <a:xfrm>
            <a:off x="54864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Team Hack Dev  ·  Hack Dev Defence</a:t>
            </a:r>
            <a:endParaRPr lang="en-US" sz="1000" dirty="0"/>
          </a:p>
        </p:txBody>
      </p:sp>
      <p:sp>
        <p:nvSpPr>
          <p:cNvPr id="11" name="Page"/>
          <p:cNvSpPr txBox="1"/>
          <p:nvPr/>
        </p:nvSpPr>
        <p:spPr>
          <a:xfrm>
            <a:off x="768096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D Lumina">
  <a:themeElements>
    <a:clrScheme name="HDD Lumina">
      <a:dk1>
        <a:srgbClr val="141B34"/>
      </a:dk1>
      <a:lt1>
        <a:srgbClr val="FFFFFF"/>
      </a:lt1>
      <a:dk2>
        <a:srgbClr val="0C1124"/>
      </a:dk2>
      <a:lt2>
        <a:srgbClr val="F5F3EC"/>
      </a:lt2>
      <a:accent1>
        <a:srgbClr val="0E7C66"/>
      </a:accent1>
      <a:accent2>
        <a:srgbClr val="E9E04A"/>
      </a:accent2>
      <a:accent3>
        <a:srgbClr val="B5322B"/>
      </a:accent3>
      <a:accent4>
        <a:srgbClr val="3F4963"/>
      </a:accent4>
      <a:accent5>
        <a:srgbClr val="7FE0C8"/>
      </a:accent5>
      <a:accent6>
        <a:srgbClr val="D2CBB8"/>
      </a:accent6>
      <a:hlink>
        <a:srgbClr val="0E7C66"/>
      </a:hlink>
      <a:folHlink>
        <a:srgbClr val="3F4963"/>
      </a:folHlink>
    </a:clrScheme>
    <a:fontScheme name="HDD Lumi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Dev Defence (HDD)</dc:title>
  <dc:subject>PptxGenJS Presentation</dc:subject>
  <dc:creator>Team Hack Dev</dc:creator>
  <cp:lastModifiedBy>Team Hack Dev</cp:lastModifiedBy>
  <cp:revision>1</cp:revision>
  <dcterms:created xsi:type="dcterms:W3CDTF">2026-10-24T06:47:21Z</dcterms:created>
  <dcterms:modified xsi:type="dcterms:W3CDTF">2026-10-24T06:47:21Z</dcterms:modified>
</cp:coreProperties>
</file>